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15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9A3840-BB54-5120-346E-B221EDC40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37E119-1777-80C8-10B8-F579B42D4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F29EAE-A973-5949-5285-238D42921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EEA060-11AC-786F-F2C8-77FBB4261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120477-5BC2-327E-D6D4-915E151C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18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AC8300-9879-81C3-844D-74AAC0183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9C35E2-C138-B6BC-5BD6-1433C56BD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507CEB-4089-01E9-325E-6F2EB23D4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C256A0-81E7-559E-9725-5080D9B96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40EE70-976E-C298-F8CC-D46DA05E8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86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ECCEC-17D5-3225-B240-1805E9B29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AA2C13-A6C7-8BCE-16E9-D1DCFA8F5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44FE89-A8D4-3425-B9A5-9C20FC31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1F59A6-8FFC-5CBB-71AE-F7CF264FE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C47312-107B-499E-D32D-248B7368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91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DD6B5-A9D4-69AC-40DA-C752F1D3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7FC304-E943-9E01-2975-14DD00E8A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845E3-38EE-4D6E-04EE-F9160F400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0A732E-1A2F-6532-9549-55DC32075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D3C6BC-C573-8A6B-DFF0-E46E23FE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5E3EDF-0FDE-1B0F-3F14-3A37D3FB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171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540583-2FB4-94E0-F96A-434769A4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DF5A1A-C2C7-7E9A-CB0B-86FDC93C5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D5B997-5476-CEDD-7576-30F6E410F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586468-CB79-2140-D8FD-EE0D910E8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ED84FB-F06D-3E29-6784-8F3182E99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4F247AD-3D6D-E920-3AAB-395206ABA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55A9E4-278F-72B3-389B-1B267B0B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3A9C567-5B91-8AF8-2822-DDA2EFC5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879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680B2-C5B7-2CB0-66E7-566AF2125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CD5EFC-AAC3-F6E4-2996-E5FE05A33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E403C8-2D48-1369-2611-D9883ED5D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EE6477-E05A-1F4D-4BAE-17D893BB0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635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2E86B3-D1D9-CC7C-08B0-5C0689CA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6BCE4B-CF9B-43F0-C8A5-005C53528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24416C-A5DF-A4AB-DF9F-248D9A744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7277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328E8E-7A80-A3B5-533C-7FEA3A848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80D33-871F-3C15-0EB6-B16C40779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F410B9-66A1-DDEF-77E8-071321101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9C52ED-D951-A078-B11F-F12594E4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CA2AAE-FB95-08E1-1FB6-A7E11A9C4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43C171-7EE3-7CE1-5EED-8870B6DC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552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97D241-AC18-5294-CBBF-6D5EF88EE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120C0F-2CB1-A829-E32B-E8F6A46E59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284610-F005-C738-2DEE-F2A7BD8D3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9BCD02-035A-B0ED-4C08-3C6B5CE39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A29FFC-2A9C-D21D-EA57-AADDD2E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21C73F-5568-0FDD-3C99-67D45473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06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130C5-4004-B7E2-18FC-4C6AEB1B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9D9B66-433F-944A-2341-7F61822D6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0021A1-AD7C-7589-BEE2-D8434651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89339A-B5D2-0D60-2797-ACBB516A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066F3-C58A-1B02-7994-4755A1AC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927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300420-26D0-B06D-85F2-33226BB320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DD4BE1-3539-C7CD-AD48-E1A32A9E7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99EED-4533-3BCD-4711-5E4F94F34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F35704-784C-A3AE-1D71-F04336FBE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663495-CA9B-6FC2-FCFB-766C495B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298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06536A-E25E-C56D-32E6-D7F112609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3977D2-0566-27AE-4997-4FFC5CF34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3AA8A7-4E46-BE02-36F8-6C9DEDE0F3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0EAE0-D77F-4E9B-9503-8484A99D4E17}" type="datetimeFigureOut">
              <a:rPr lang="zh-CN" altLang="en-US" smtClean="0"/>
              <a:t>2026/6/5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8E1BAE-9D66-41E0-4501-7AF370FB6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7D388A-4FEB-4507-6F20-80443AD3E7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9671B-EAEF-4123-A0A5-16641A14AE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020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9751506-4EC1-DA16-06F2-9049ACF3FAD3}"/>
              </a:ext>
            </a:extLst>
          </p:cNvPr>
          <p:cNvSpPr/>
          <p:nvPr/>
        </p:nvSpPr>
        <p:spPr>
          <a:xfrm>
            <a:off x="4192622" y="252920"/>
            <a:ext cx="1439694" cy="4474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开始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E6CC9B2-F41B-EDA0-B2BB-C98D5908F787}"/>
              </a:ext>
            </a:extLst>
          </p:cNvPr>
          <p:cNvSpPr/>
          <p:nvPr/>
        </p:nvSpPr>
        <p:spPr>
          <a:xfrm>
            <a:off x="1264596" y="1468877"/>
            <a:ext cx="2237362" cy="570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模块</a:t>
            </a:r>
            <a:r>
              <a:rPr lang="en-US" altLang="zh-CN" dirty="0"/>
              <a:t>A</a:t>
            </a:r>
          </a:p>
          <a:p>
            <a:pPr algn="ctr"/>
            <a:r>
              <a:rPr lang="zh-CN" altLang="en-US" dirty="0"/>
              <a:t>创建文件保存路径</a:t>
            </a:r>
            <a:endParaRPr lang="en-US" altLang="zh-CN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32A0D0E-1BD8-D3E8-E90E-94752AF083D9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383277" y="700392"/>
            <a:ext cx="2529192" cy="768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B1098D7C-D34D-A154-84C3-9E4C4BE07336}"/>
              </a:ext>
            </a:extLst>
          </p:cNvPr>
          <p:cNvSpPr/>
          <p:nvPr/>
        </p:nvSpPr>
        <p:spPr>
          <a:xfrm>
            <a:off x="1264597" y="3143655"/>
            <a:ext cx="2237362" cy="570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视觉物理</a:t>
            </a:r>
            <a:endParaRPr lang="en-US" altLang="zh-CN" dirty="0"/>
          </a:p>
          <a:p>
            <a:pPr algn="ctr"/>
            <a:r>
              <a:rPr lang="zh-CN" altLang="en-US" dirty="0"/>
              <a:t>手眼标定</a:t>
            </a:r>
            <a:endParaRPr lang="en-US" altLang="zh-CN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7C0CE33-5447-0329-2159-294C090D65AB}"/>
              </a:ext>
            </a:extLst>
          </p:cNvPr>
          <p:cNvCxnSpPr>
            <a:stCxn id="5" idx="2"/>
            <a:endCxn id="9" idx="0"/>
          </p:cNvCxnSpPr>
          <p:nvPr/>
        </p:nvCxnSpPr>
        <p:spPr>
          <a:xfrm>
            <a:off x="2383277" y="2039567"/>
            <a:ext cx="1" cy="1104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794DC43-FF75-208E-250B-B0529B7B38BF}"/>
              </a:ext>
            </a:extLst>
          </p:cNvPr>
          <p:cNvSpPr/>
          <p:nvPr/>
        </p:nvSpPr>
        <p:spPr>
          <a:xfrm>
            <a:off x="1264596" y="4533089"/>
            <a:ext cx="2237362" cy="570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手机尺寸测量</a:t>
            </a:r>
            <a:endParaRPr lang="en-US" altLang="zh-CN" dirty="0"/>
          </a:p>
          <a:p>
            <a:pPr algn="ctr"/>
            <a:r>
              <a:rPr lang="zh-CN" altLang="en-US" dirty="0"/>
              <a:t>边缘轮廓检测</a:t>
            </a:r>
            <a:endParaRPr lang="en-US" altLang="zh-CN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B596265C-6150-E858-3BE3-DB3526141F69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flipH="1">
            <a:off x="2383277" y="3714345"/>
            <a:ext cx="1" cy="818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7838DF3C-DADD-254C-84D8-005400B2746A}"/>
              </a:ext>
            </a:extLst>
          </p:cNvPr>
          <p:cNvSpPr/>
          <p:nvPr/>
        </p:nvSpPr>
        <p:spPr>
          <a:xfrm>
            <a:off x="3793788" y="1468877"/>
            <a:ext cx="2237362" cy="570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如果图片环境变化，需要重新拍摄图片</a:t>
            </a:r>
            <a:endParaRPr lang="en-US" altLang="zh-CN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BD31386-3EE4-DC51-477B-08EAD2F0419C}"/>
              </a:ext>
            </a:extLst>
          </p:cNvPr>
          <p:cNvCxnSpPr>
            <a:stCxn id="4" idx="2"/>
            <a:endCxn id="21" idx="0"/>
          </p:cNvCxnSpPr>
          <p:nvPr/>
        </p:nvCxnSpPr>
        <p:spPr>
          <a:xfrm>
            <a:off x="4912469" y="700392"/>
            <a:ext cx="0" cy="768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D47A0969-5203-1DDA-5642-86678BD54D91}"/>
              </a:ext>
            </a:extLst>
          </p:cNvPr>
          <p:cNvSpPr/>
          <p:nvPr/>
        </p:nvSpPr>
        <p:spPr>
          <a:xfrm>
            <a:off x="3793788" y="2237362"/>
            <a:ext cx="2237362" cy="570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文件保存路径</a:t>
            </a:r>
            <a:endParaRPr lang="en-US" altLang="zh-CN" dirty="0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9AF48C8-132C-EA0F-9FCE-50C4467C1910}"/>
              </a:ext>
            </a:extLst>
          </p:cNvPr>
          <p:cNvCxnSpPr>
            <a:stCxn id="21" idx="2"/>
            <a:endCxn id="24" idx="0"/>
          </p:cNvCxnSpPr>
          <p:nvPr/>
        </p:nvCxnSpPr>
        <p:spPr>
          <a:xfrm>
            <a:off x="4912469" y="2039567"/>
            <a:ext cx="0" cy="1977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904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29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秋 祝</dc:creator>
  <cp:lastModifiedBy>秋 祝</cp:lastModifiedBy>
  <cp:revision>6</cp:revision>
  <dcterms:created xsi:type="dcterms:W3CDTF">2026-06-05T11:33:26Z</dcterms:created>
  <dcterms:modified xsi:type="dcterms:W3CDTF">2026-06-05T12:50:33Z</dcterms:modified>
</cp:coreProperties>
</file>